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B48D-F859-48A9-97D8-F4247FBD08B7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09039-0CFD-44EB-9F53-BF6CE6416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92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B48D-F859-48A9-97D8-F4247FBD08B7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09039-0CFD-44EB-9F53-BF6CE6416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42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B48D-F859-48A9-97D8-F4247FBD08B7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09039-0CFD-44EB-9F53-BF6CE6416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014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B48D-F859-48A9-97D8-F4247FBD08B7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09039-0CFD-44EB-9F53-BF6CE6416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890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B48D-F859-48A9-97D8-F4247FBD08B7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09039-0CFD-44EB-9F53-BF6CE6416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446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B48D-F859-48A9-97D8-F4247FBD08B7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09039-0CFD-44EB-9F53-BF6CE6416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808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B48D-F859-48A9-97D8-F4247FBD08B7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09039-0CFD-44EB-9F53-BF6CE6416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426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B48D-F859-48A9-97D8-F4247FBD08B7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09039-0CFD-44EB-9F53-BF6CE6416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19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B48D-F859-48A9-97D8-F4247FBD08B7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09039-0CFD-44EB-9F53-BF6CE6416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685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B48D-F859-48A9-97D8-F4247FBD08B7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09039-0CFD-44EB-9F53-BF6CE6416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611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DB48D-F859-48A9-97D8-F4247FBD08B7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09039-0CFD-44EB-9F53-BF6CE6416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088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DB48D-F859-48A9-97D8-F4247FBD08B7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09039-0CFD-44EB-9F53-BF6CE6416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25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Given</a:t>
            </a:r>
            <a:r>
              <a:rPr lang="ru-RU" dirty="0" smtClean="0"/>
              <a:t> пользователь находится на странице товара "ПиццаХ1"</a:t>
            </a:r>
          </a:p>
          <a:p>
            <a:r>
              <a:rPr lang="ru-RU" dirty="0" smtClean="0"/>
              <a:t>    </a:t>
            </a:r>
            <a:r>
              <a:rPr lang="ru-RU" dirty="0" err="1"/>
              <a:t>When</a:t>
            </a:r>
            <a:r>
              <a:rPr lang="ru-RU" dirty="0"/>
              <a:t> пользователь вводит количество "2"</a:t>
            </a:r>
          </a:p>
          <a:p>
            <a:r>
              <a:rPr lang="ru-RU" dirty="0"/>
              <a:t>    </a:t>
            </a:r>
            <a:r>
              <a:rPr lang="ru-RU" dirty="0" err="1"/>
              <a:t>And</a:t>
            </a:r>
            <a:r>
              <a:rPr lang="ru-RU" dirty="0"/>
              <a:t> нажимает кнопку "Добавить в корзину"</a:t>
            </a:r>
          </a:p>
          <a:p>
            <a:r>
              <a:rPr lang="ru-RU" dirty="0"/>
              <a:t>    </a:t>
            </a:r>
            <a:r>
              <a:rPr lang="ru-RU" dirty="0" err="1"/>
              <a:t>Then</a:t>
            </a:r>
            <a:r>
              <a:rPr lang="ru-RU" dirty="0"/>
              <a:t> в корзину добавляется 2 единицы товара "Пицца X1"</a:t>
            </a:r>
          </a:p>
          <a:p>
            <a:r>
              <a:rPr lang="ru-RU" dirty="0"/>
              <a:t>    </a:t>
            </a:r>
            <a:r>
              <a:rPr lang="ru-RU" dirty="0" err="1"/>
              <a:t>And</a:t>
            </a:r>
            <a:r>
              <a:rPr lang="ru-RU" dirty="0"/>
              <a:t> отображается сообщение "Товар добавлен в корзину"</a:t>
            </a:r>
          </a:p>
          <a:p>
            <a:r>
              <a:rPr lang="ru-RU" dirty="0"/>
              <a:t>    </a:t>
            </a:r>
            <a:r>
              <a:rPr lang="ru-RU" dirty="0" err="1"/>
              <a:t>And</a:t>
            </a:r>
            <a:r>
              <a:rPr lang="ru-RU" dirty="0"/>
              <a:t> иконка корзины показывает "+2"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2992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Given</a:t>
            </a:r>
            <a:r>
              <a:rPr lang="ru-RU" dirty="0" smtClean="0"/>
              <a:t> </a:t>
            </a:r>
            <a:r>
              <a:rPr lang="ru-RU" dirty="0"/>
              <a:t>пользователь находится на странице товара "Пицца X1"</a:t>
            </a:r>
          </a:p>
          <a:p>
            <a:r>
              <a:rPr lang="ru-RU" dirty="0"/>
              <a:t>    </a:t>
            </a:r>
            <a:r>
              <a:rPr lang="ru-RU" dirty="0" err="1"/>
              <a:t>When</a:t>
            </a:r>
            <a:r>
              <a:rPr lang="ru-RU" dirty="0"/>
              <a:t> пользователь вводит количество "2"</a:t>
            </a:r>
          </a:p>
          <a:p>
            <a:r>
              <a:rPr lang="ru-RU" dirty="0"/>
              <a:t>    </a:t>
            </a:r>
            <a:r>
              <a:rPr lang="ru-RU" dirty="0" err="1"/>
              <a:t>And</a:t>
            </a:r>
            <a:r>
              <a:rPr lang="ru-RU" dirty="0"/>
              <a:t> нажимает кнопку "Добавить в корзину"</a:t>
            </a:r>
          </a:p>
          <a:p>
            <a:r>
              <a:rPr lang="ru-RU" dirty="0"/>
              <a:t>    </a:t>
            </a:r>
            <a:r>
              <a:rPr lang="ru-RU" dirty="0" err="1"/>
              <a:t>Then</a:t>
            </a:r>
            <a:r>
              <a:rPr lang="ru-RU" dirty="0"/>
              <a:t> отображается сообщение "Позиция в стоп листе"</a:t>
            </a:r>
          </a:p>
          <a:p>
            <a:r>
              <a:rPr lang="ru-RU" dirty="0"/>
              <a:t>    </a:t>
            </a:r>
            <a:r>
              <a:rPr lang="ru-RU" dirty="0" err="1"/>
              <a:t>And</a:t>
            </a:r>
            <a:r>
              <a:rPr lang="ru-RU" dirty="0"/>
              <a:t> товар не добавляется в корзину</a:t>
            </a:r>
          </a:p>
          <a:p>
            <a:r>
              <a:rPr lang="ru-RU" dirty="0"/>
              <a:t>    </a:t>
            </a:r>
            <a:r>
              <a:rPr lang="ru-RU" dirty="0" err="1"/>
              <a:t>And</a:t>
            </a:r>
            <a:r>
              <a:rPr lang="ru-RU" dirty="0"/>
              <a:t> количество в корзине не меняется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1982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Given</a:t>
            </a:r>
            <a:r>
              <a:rPr lang="ru-RU" dirty="0" smtClean="0"/>
              <a:t> </a:t>
            </a:r>
            <a:r>
              <a:rPr lang="ru-RU" dirty="0"/>
              <a:t>пользователь находится на странице товара "Пицца X1"</a:t>
            </a:r>
          </a:p>
          <a:p>
            <a:r>
              <a:rPr lang="ru-RU" dirty="0"/>
              <a:t>    </a:t>
            </a:r>
            <a:r>
              <a:rPr lang="ru-RU" dirty="0" err="1"/>
              <a:t>When</a:t>
            </a:r>
            <a:r>
              <a:rPr lang="ru-RU" dirty="0"/>
              <a:t> пользователь вводит количество "0"</a:t>
            </a:r>
          </a:p>
          <a:p>
            <a:r>
              <a:rPr lang="ru-RU" dirty="0"/>
              <a:t>    </a:t>
            </a:r>
            <a:r>
              <a:rPr lang="ru-RU" dirty="0" err="1"/>
              <a:t>And</a:t>
            </a:r>
            <a:r>
              <a:rPr lang="ru-RU" dirty="0"/>
              <a:t> нажимает кнопку "Добавить в корзину"</a:t>
            </a:r>
          </a:p>
          <a:p>
            <a:r>
              <a:rPr lang="ru-RU" dirty="0"/>
              <a:t>    </a:t>
            </a:r>
            <a:r>
              <a:rPr lang="ru-RU" dirty="0" err="1"/>
              <a:t>Then</a:t>
            </a:r>
            <a:r>
              <a:rPr lang="ru-RU" dirty="0"/>
              <a:t> отображается сообщение "Введите кол-во штук"</a:t>
            </a:r>
          </a:p>
          <a:p>
            <a:r>
              <a:rPr lang="ru-RU" dirty="0"/>
              <a:t>    </a:t>
            </a:r>
            <a:r>
              <a:rPr lang="ru-RU" dirty="0" err="1"/>
              <a:t>And</a:t>
            </a:r>
            <a:r>
              <a:rPr lang="ru-RU" dirty="0"/>
              <a:t> товар не добавляется в корзину</a:t>
            </a:r>
          </a:p>
        </p:txBody>
      </p:sp>
    </p:spTree>
    <p:extLst>
      <p:ext uri="{BB962C8B-B14F-4D97-AF65-F5344CB8AC3E}">
        <p14:creationId xmlns:p14="http://schemas.microsoft.com/office/powerpoint/2010/main" val="20423430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150</Words>
  <Application>Microsoft Office PowerPoint</Application>
  <PresentationFormat>Широкоэкранный</PresentationFormat>
  <Paragraphs>17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3</cp:revision>
  <dcterms:created xsi:type="dcterms:W3CDTF">2026-04-11T06:08:28Z</dcterms:created>
  <dcterms:modified xsi:type="dcterms:W3CDTF">2026-04-11T06:18:59Z</dcterms:modified>
</cp:coreProperties>
</file>